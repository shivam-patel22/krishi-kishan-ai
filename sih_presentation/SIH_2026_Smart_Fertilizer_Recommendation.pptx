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_img_1_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1005840" cy="10118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0F2942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1E3A8A"/>
                </a:solidFill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766560" cy="1188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15803D"/>
                </a:solidFill>
              </a:defRPr>
            </a:pPr>
            <a:r>
              <a:t>AI-Based Smart Fertilizer Recommendation System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Precision Nutrient Optimization &amp; Decision-Support Engine for Sustainable Agriculture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676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• Problem Statement ID – [INSERT ACTUAL PS ID]</a:t>
            </a:r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• Theme – Agriculture, FoodTech &amp; Rural Development</a:t>
            </a:r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• Team Name – [INSERT REGISTERED TEAM NAME]</a:t>
            </a:r>
          </a:p>
        </p:txBody>
      </p:sp>
      <p:pic>
        <p:nvPicPr>
          <p:cNvPr id="7" name="Picture 6" descr="page_1_img_0_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011680"/>
            <a:ext cx="3474720" cy="37125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760720"/>
            <a:ext cx="10725912" cy="5943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🌱 SOIL CHEMISTRY (N,P,K,pH,Micros)  ➔  🤖 ML SOFT-VOTING ENSEMBLE  ➔  🧪 PRECISE FERTILIZER DOSAGE  ➔  🌾 SUSTAINABLE CROP YIELD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463040" cy="777240"/>
          </a:xfrm>
          <a:prstGeom prst="ellipse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0000"/>
                </a:solidFill>
              </a:defRPr>
            </a:pPr>
            <a:r>
              <a:t>IDEA TITLE</a:t>
            </a:r>
          </a:p>
        </p:txBody>
      </p:sp>
      <p:pic>
        <p:nvPicPr>
          <p:cNvPr id="4" name="Picture 3" descr="page_1_img_1_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1005840" cy="1011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submission- Template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E3A8A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66160" cy="356616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B91C1C"/>
                </a:solidFill>
              </a:defRPr>
            </a:pPr>
            <a:r>
              <a:t>⚠️ THE PROBLEM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Blind fertilizer application without actual soil nutrient knowledge.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Unbalanced NPK dosage increases input cost and lowers ROI.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Excessive chemicals cause soil acidification &amp; water pollution.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Manual interpretation of 12-parameter soil health cards is complex.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56616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D4ED8"/>
                </a:solidFill>
              </a:defRPr>
            </a:pPr>
            <a:r>
              <a:t>💡 PROPOSED SOLUTION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AI/ML decision-support system analyzing 12+ soil parameters.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Crop-aware intelligence matching crop-specific stoichiometric demand.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Recommends exact fertilizer product + kg/ha application dosage.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Generates transparent, explainable advice for Indian farmers.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566160" cy="356616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5803D"/>
                </a:solidFill>
              </a:defRPr>
            </a:pPr>
            <a:r>
              <a:t>⭐ INNOVATION &amp; UNIQUENESS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Integrates Liebig's Law of the Minimum across 6 essential micronutrients.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Soft-Voting Ensemble combining Trees (RF, ET), Boosting &amp; Deep MLP.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Real soil benchmark validation across 10.85M national records.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Zero-jargon, actionable outputs with weather spray-safety indexing.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🔬 SYSTEM PIPELINE FLOW:</a:t>
            </a:r>
            <a:br/>
            <a:r>
              <a:t>[Soil Test Data + Crop] ➔ [Data Preprocessing &amp; Scaling] ➔ [Trained ML Meta-Ensemble] ➔ [Fertilizer Type + Dosage kg/ha] ➔ [Farmer-Friendly Action Plan]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463040" cy="777240"/>
          </a:xfrm>
          <a:prstGeom prst="ellipse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0000"/>
                </a:solidFill>
              </a:defRPr>
            </a:pPr>
            <a:r>
              <a:t>TECHNICAL APPROACH</a:t>
            </a:r>
          </a:p>
        </p:txBody>
      </p:sp>
      <p:pic>
        <p:nvPicPr>
          <p:cNvPr id="4" name="Picture 3" descr="page_1_img_1_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1005840" cy="1011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submission- Template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2179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🏗️ END-TO-END SYSTEM ARCHITECTURE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1. FARMER / SOIL INPUT: Soil N, P, K, pH, OC, EC, Zn, B, S, Fe, Mn, Cu + Selected Crop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2. WEB INTERFACE: Responsive Django web portal with automated input validation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3. PREPROCESSING PIPELINE: Outlier sanitation &amp; RobustScaler (zero data leakage)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4. FEATURE ENGINEERING: 44 stoichiometric ratios, Liebig quotients &amp; buffer capacity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5. ML META-ENSEMBLE: Soft-voting meta-classifier (Random Forest, Extra Trees, HistGradientBoosting, MLP)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6. STOICHIOMETRIC CALCULATOR: Exact physical kg/ha nutrient balance calculation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7. EXPLAINABLE DASHBOARD: Clear justification report + weather spray advisory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280160"/>
            <a:ext cx="4846320" cy="265176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D4ED8"/>
                </a:solidFill>
              </a:defRPr>
            </a:pPr>
            <a:r>
              <a:t>⚙️ TECHNOLOGY STACK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Frontend: HTML5, Modern Responsive CSS, JavaScript (Async API fetch)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Backend: Django Framework, Python 3.14 REST API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Machine Learning: Scikit-learn, NumPy, Pandas, Joblib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ML Ensemble: Random Forest (250) + Extra Trees (250) + HistGradientBoosting (250) + MLP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Database: SQLite (Indexed National Soil Health DB + Farm Plots)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114800"/>
            <a:ext cx="4846320" cy="210312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5803D"/>
                </a:solidFill>
              </a:defRPr>
            </a:pPr>
            <a:r>
              <a:t>🔄 ML LIFECYCLE &amp; WORKING PROTOTYPE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Dataset (10.85M records) ➔ 5-Fold Stratified CV ➔ Holdout Validation ➔ Production Model Deployment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✓ Live Working Prototype: Interactive web portal with real-time ML inference (&lt;50ms response time) and automated PDF advice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463040" cy="777240"/>
          </a:xfrm>
          <a:prstGeom prst="ellipse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0000"/>
                </a:solidFill>
              </a:defRPr>
            </a:pPr>
            <a:r>
              <a:t>FEASIBILITY AND VIABILITY</a:t>
            </a:r>
          </a:p>
        </p:txBody>
      </p:sp>
      <p:pic>
        <p:nvPicPr>
          <p:cNvPr id="4" name="Picture 3" descr="page_1_img_1_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1005840" cy="1011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submission- Template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🛠️ TECHNICAL FEASIBILITY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Mature Scikit-learn &amp; Python ecosystem ensures rock-solid stability.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Django framework enables rapid, secure, production-ready web deployment.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Lightweight serialized model artifacts (~400MB) allow sub-50ms inference.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Modular architecture easily handles live soil and meteorological API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402336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5803D"/>
                </a:solidFill>
              </a:defRPr>
            </a:pPr>
            <a:r>
              <a:t>🚜 OPERATIONAL FEASIBILITY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Simple, intuitive 2-column input form tailored for rural extension officers.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Farmer receives unambiguous recommendations in local units (kg/ha).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Explainable decision drivers provide clear rationale for every nutrient.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Accessible via standard smartphone and village common service center browsers.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566160" cy="402336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91C1C"/>
                </a:solidFill>
              </a:defRPr>
            </a:pPr>
            <a:r>
              <a:t>🛡️ CHALLENGES &amp; MITIGATIONS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Soil Data Quality Variation: Automated input range sanitizer &amp; RobustScaler handling.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Model Reliability Risks: Strict holdout testing, 5-fold CV &amp; out-of-distribution flags.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Farmer Trust &amp; Skepticism: Transparent nutrient explanation instead of black-box advice.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Regional Agro-Climatic Diversity: Empirical distribution validation across 32 Indian states.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📈 FUTURE SCALABILITY ROADMAP:</a:t>
            </a:r>
            <a:br/>
            <a:r>
              <a:t>[Web Portal Prototype]  ➔  [Multilingual Mobile App]  ➔  [Government Soil Health Card API Sync]  ➔  [IoT Soil Sensor Integration]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463040" cy="777240"/>
          </a:xfrm>
          <a:prstGeom prst="ellipse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0000"/>
                </a:solidFill>
              </a:defRPr>
            </a:pPr>
            <a:r>
              <a:t>IMPACT AND BENEFITS</a:t>
            </a:r>
          </a:p>
        </p:txBody>
      </p:sp>
      <p:pic>
        <p:nvPicPr>
          <p:cNvPr id="4" name="Picture 3" descr="page_1_img_1_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1005840" cy="1011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submission- Template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5803D"/>
                </a:solidFill>
              </a:defRPr>
            </a:pPr>
            <a:r>
              <a:t>🌾 DATA-DRIVEN SOIL INPUTS  ➔  🤖 SMART RECOMMENDATION  ➔  📈 OPTIMIZED FARM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2697480" cy="338328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👨‍🌾 FARMERS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Eliminates trial-and-error fertilizer selection.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Tailored to specific crop nutritional needs.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Actionable guidance in easy farmer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65960"/>
            <a:ext cx="2697480" cy="33832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45309"/>
                </a:solidFill>
              </a:defRPr>
            </a:pPr>
            <a:r>
              <a:t>💰 ECONOMIC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Reduces expenditure on unnecessary fertilizers.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Maximizes return per rupee spent on inputs.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Prevents crop lodging and nutrient burn.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2697480" cy="338328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5803D"/>
                </a:solidFill>
              </a:defRPr>
            </a:pPr>
            <a:r>
              <a:t>🌍 ENVIRONMENTAL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Curbs excessive nitrate runoff into groundwater.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Reduces soil salinity and pH degradation.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Promotes sustainable regenerative farming.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965960"/>
            <a:ext cx="2697480" cy="3383280"/>
          </a:xfrm>
          <a:prstGeom prst="roundRect">
            <a:avLst/>
          </a:prstGeom>
          <a:solidFill>
            <a:srgbClr val="F5F3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D28D9"/>
                </a:solidFill>
              </a:defRPr>
            </a:pPr>
            <a:r>
              <a:t>📱 TECH &amp; SOCIAL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Democratizes precision agronomy via web access.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Decision-support aid for extension workers.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Scalable API architecture for rural digitization.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🚀 FUTURE POTENTIAL STRIP:</a:t>
            </a:r>
            <a:br/>
            <a:r>
              <a:t>Regional Agro-Ecological Models  |  IoT Soil Probes  |  Live Weather Integration  |  Multilingual Voice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463040" cy="777240"/>
          </a:xfrm>
          <a:prstGeom prst="ellipse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0000"/>
                </a:solidFill>
              </a:defRPr>
            </a:pPr>
            <a:r>
              <a:t>RESEARCH AND REFERENCES</a:t>
            </a:r>
          </a:p>
        </p:txBody>
      </p:sp>
      <p:pic>
        <p:nvPicPr>
          <p:cNvPr id="4" name="Picture 3" descr="page_1_img_1_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1005840" cy="1011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submission- Template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0352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📚 AGRONOMIC &amp; TECHNICAL REFERENCES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ICAR Guidelines: Soil testing &amp; fertilizer recommendation handbook.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National Soil Health Card Database: 10.85M survey records analyzed.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Liebig's Law of the Minimum: Agricultural trace-element limiting factor formulation.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Scikit-learn &amp; Python Docs: Ensemble methods &amp; RobustScaler pipelines.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Django Framework Documentation: Scalable RESTful API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80160"/>
            <a:ext cx="5669280" cy="402336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5803D"/>
                </a:solidFill>
              </a:defRPr>
            </a:pPr>
            <a:r>
              <a:t>📊 RIGOROUS ML VALIDATION METRICS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Holdout Test Accuracy: 99.75% (Evaluated on 14,945 strictly unseen test samples)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Macro F1-Score: 0.9961  |  Weighted F1: 0.9975  |  F3-Score (beta=3.0): 0.9960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Top-2 / Top-3 Accuracy: 100.00%  |  Multi-Class Log Loss: 0.0680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Regional Distribution Validation: 10,853,209 survey records across 32 States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Scientific Note: Model learns domain-rule formulations; physical multi-year yield trials remain required for field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🔗 PROJECT ARTIFACTS &amp; LINKS:</a:t>
            </a:r>
            <a:br/>
            <a:r>
              <a:t>[ GitHub: github.com/Shivam-Patel22/SIH-2026-Project- ]   |   [ Live Working Demo: /api/recommendations/generate/ ]   |   [ Full Audit: model_audit.json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